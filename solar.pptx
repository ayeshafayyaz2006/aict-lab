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60" d="100"/>
          <a:sy n="60" d="100"/>
        </p:scale>
        <p:origin x="284" y="520"/>
      </p:cViewPr>
      <p:guideLst>
        <p:guide orient="horz" pos="2208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99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5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5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8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9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7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9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9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6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80836-3C10-4FB8-A541-1757F815B6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4335B-1CB7-4A52-9691-7F78C7FC3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2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18" Type="http://schemas.microsoft.com/office/2007/relationships/hdphoto" Target="../media/hdphoto8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17" Type="http://schemas.openxmlformats.org/officeDocument/2006/relationships/image" Target="../media/image9.png"/><Relationship Id="rId2" Type="http://schemas.openxmlformats.org/officeDocument/2006/relationships/image" Target="../media/image1.jpg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693" y="0"/>
            <a:ext cx="12287693" cy="6858000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1839429" y="-350874"/>
            <a:ext cx="8304028" cy="7804297"/>
            <a:chOff x="2472857" y="214700"/>
            <a:chExt cx="6981244" cy="6734740"/>
          </a:xfrm>
          <a:scene3d>
            <a:camera prst="isometricOffAxis1Top">
              <a:rot lat="18885900" lon="19227129" rev="2532549"/>
            </a:camera>
            <a:lightRig rig="threePt" dir="t"/>
          </a:scene3d>
        </p:grpSpPr>
        <p:sp>
          <p:nvSpPr>
            <p:cNvPr id="7" name="Oval 6"/>
            <p:cNvSpPr/>
            <p:nvPr/>
          </p:nvSpPr>
          <p:spPr>
            <a:xfrm>
              <a:off x="5094801" y="2682236"/>
              <a:ext cx="2051437" cy="1796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094801" y="2682236"/>
              <a:ext cx="2051437" cy="1796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094801" y="2682236"/>
              <a:ext cx="2051437" cy="1796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094801" y="2682236"/>
              <a:ext cx="2051437" cy="1796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094801" y="2682236"/>
              <a:ext cx="2051437" cy="1796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762832" y="2329733"/>
              <a:ext cx="2695492" cy="252056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4381170" y="1977228"/>
              <a:ext cx="3434962" cy="323882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999508" y="1624723"/>
              <a:ext cx="4142628" cy="396504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617846" y="1272218"/>
              <a:ext cx="4842342" cy="469126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236183" y="919712"/>
              <a:ext cx="5581813" cy="5385671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854520" y="567206"/>
              <a:ext cx="6305383" cy="6072133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472857" y="214700"/>
              <a:ext cx="6981244" cy="673474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571" y="2582963"/>
            <a:ext cx="1796902" cy="156715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88" b="95938" l="0" r="987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019" y="2930605"/>
            <a:ext cx="563778" cy="43593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666" r="8961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006" y="3539215"/>
            <a:ext cx="578611" cy="47846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9941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665" y="3019580"/>
            <a:ext cx="435935" cy="50217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014" b="92603" l="2022" r="9580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424" y="3692183"/>
            <a:ext cx="627322" cy="47612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98500" l="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799" y="2862724"/>
            <a:ext cx="535172" cy="57169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989" y="2133148"/>
            <a:ext cx="519666" cy="43593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98661" y="2976927"/>
            <a:ext cx="870411" cy="7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1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0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0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58 0.03703 L 0.01458 0.03726 C 0.01601 0.04051 0.01745 0.04421 0.01888 0.04768 C 0.0194 0.04884 0.01992 0.05023 0.0207 0.05092 C 0.02148 0.05162 0.02239 0.05185 0.02331 0.05254 C 0.02383 0.05347 0.02435 0.05486 0.025 0.05555 C 0.02578 0.05648 0.02695 0.05601 0.0276 0.05717 C 0.02851 0.05833 0.02851 0.06064 0.02943 0.0618 C 0.02943 0.06203 0.03594 0.06551 0.03724 0.06643 L 0.04245 0.06944 L 0.04505 0.07106 C 0.04922 0.07592 0.04674 0.07361 0.05299 0.07731 L 0.06341 0.08333 L 0.06862 0.08657 L 0.07122 0.08819 C 0.07213 0.08912 0.07292 0.09051 0.07383 0.0912 C 0.07552 0.09259 0.07734 0.09328 0.07917 0.09421 L 0.08437 0.09745 L 0.08698 0.09884 C 0.08789 0.09953 0.08867 0.10046 0.08958 0.10046 L 0.10091 0.10208 L 0.11146 0.10833 C 0.11224 0.10879 0.11315 0.10972 0.11406 0.10972 L 0.13229 0.11134 C 0.13385 0.11226 0.13698 0.11435 0.13841 0.11435 C 0.14518 0.11527 0.15182 0.11551 0.15846 0.11597 C 0.16081 0.11643 0.16315 0.11689 0.16549 0.11759 C 0.16667 0.11782 0.16784 0.11921 0.16901 0.11921 C 0.17448 0.11921 0.18008 0.11805 0.18555 0.11759 L 0.18815 0.11597 L 0.18815 0.1162 L 0.25104 0.09421 C 0.25299 0.09166 0.25495 0.08865 0.25703 0.08657 C 0.25872 0.08495 0.26237 0.08333 0.26237 0.08356 C 0.26628 0.07638 0.26159 0.08379 0.26667 0.0787 C 0.26849 0.07708 0.27018 0.07476 0.27187 0.07268 C 0.27279 0.07152 0.27383 0.07083 0.27448 0.06944 C 0.27513 0.06851 0.27552 0.06713 0.2763 0.06643 C 0.27786 0.06481 0.28151 0.06319 0.28151 0.06342 C 0.28203 0.06226 0.28255 0.06111 0.2832 0.06018 C 0.28411 0.05902 0.28516 0.05833 0.28594 0.05717 C 0.28659 0.05578 0.28685 0.0537 0.28763 0.05254 C 0.28919 0.05 0.29114 0.04838 0.29284 0.04629 C 0.29375 0.04513 0.29479 0.04444 0.29544 0.04305 C 0.29635 0.04166 0.297 0.03981 0.29805 0.03842 C 0.30482 0.03032 0.297 0.04351 0.30247 0.03379 L 0.30247 0.03402 L 0.31211 -0.02362 L 0.29284 -0.10579 L 0.24141 -0.15834 L 0.18385 -0.18172 L 0.13489 -0.18774 L 0.07656 -0.17848 L 0.02943 -0.15371 L -0.00638 -0.11806 L -0.01328 -0.025 C -0.01185 -0.02084 -0.01016 -0.01713 -0.00899 -0.01274 C -0.00846 -0.01065 -0.00807 -0.00417 -0.00729 -0.00186 C -0.00651 4.07407E-6 -0.00547 0.00138 -0.00469 0.00277 C -0.0043 0.00439 -0.0043 0.00625 -0.00378 0.0074 C -0.00247 0.01018 -0.00026 0.01111 0.00143 0.01203 C 0.00338 0.01551 0.0043 0.01782 0.00677 0.0199 C 0.00755 0.0206 0.00846 0.02083 0.00937 0.02152 C 0.00989 0.02291 0.01042 0.02453 0.01107 0.02615 C 0.01159 0.02731 0.01237 0.02801 0.01276 0.02916 C 0.01328 0.03055 0.01315 0.03263 0.01367 0.03379 C 0.0168 0.04074 0.01445 0.03634 0.01458 0.03703 Z " pathEditMode="relative" rAng="0" ptsTypes="AAAAAAAAAAAAAAAAAAAAAAAAAAAAAAAAAAAAAAAAAAAAAAAAAAAAAAAAAAAAAAAAAAA">
                                      <p:cBhvr>
                                        <p:cTn id="12" dur="6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77" y="-713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4 0.01828 L -0.00274 0.01852 C -0.00391 0.02245 -0.00495 0.02662 -0.00612 0.03055 C -0.00664 0.03217 -0.00794 0.03333 -0.00794 0.03518 C -0.00846 0.06412 -0.00846 0.06111 -0.00534 0.0787 C -0.00508 0.08032 -0.00495 0.08194 -0.00443 0.08333 C -0.00221 0.08912 -0.00339 0.08657 -0.00091 0.0912 C 0.00195 0.10671 -0.00247 0.08241 0.00078 0.10185 C 0.0013 0.10509 0.00078 0.11018 0.0026 0.11134 L 0.00521 0.11273 L 0.00859 0.11898 L 0.00859 0.11921 C 0.01081 0.12315 0.01328 0.1287 0.01641 0.13148 C 0.01719 0.13217 0.0181 0.13241 0.01901 0.13287 C 0.02239 0.13912 0.01888 0.13356 0.02331 0.13773 C 0.02422 0.13842 0.025 0.13981 0.02591 0.14074 C 0.02669 0.14143 0.0276 0.14143 0.02838 0.14236 C 0.03034 0.14398 0.03164 0.14722 0.03372 0.14838 L 0.04154 0.15324 C 0.04245 0.1537 0.04336 0.1537 0.04401 0.15463 C 0.04492 0.15578 0.0457 0.15694 0.04661 0.15787 C 0.04779 0.15856 0.05364 0.16065 0.05443 0.16088 C 0.05781 0.16227 0.05768 0.16227 0.06055 0.16389 C 0.06745 0.17222 0.0638 0.16991 0.07266 0.17176 C 0.07292 0.17176 0.07331 0.17176 0.07357 0.17176 L 0.07357 0.17199 L 0.14101 0.18426 L 0.17656 0.17477 L 0.22239 0.14699 C 0.22409 0.14328 0.22604 0.14004 0.2276 0.13611 C 0.22812 0.13472 0.22799 0.13264 0.22851 0.13148 C 0.22943 0.12893 0.23099 0.12754 0.2319 0.12523 C 0.23255 0.12361 0.23294 0.12199 0.23372 0.1206 C 0.23516 0.11736 0.2388 0.11134 0.2388 0.11157 C 0.23906 0.10972 0.23932 0.1081 0.23971 0.10671 C 0.2401 0.10486 0.24114 0.1037 0.24141 0.10185 C 0.24193 0.09907 0.24193 0.09583 0.24232 0.09259 C 0.24297 0.0875 0.24232 0.08796 0.24401 0.08796 L 0.24401 0.08819 C 0.24466 0.08333 0.24479 0.07847 0.24583 0.07407 C 0.24661 0.0706 0.24805 0.06782 0.24922 0.06481 C 0.24987 0.06319 0.25065 0.0618 0.25104 0.06018 L 0.25195 0.05555 C 0.24674 0.04629 0.24922 0.04977 0.24492 0.04467 C 0.24075 0.03356 0.24297 0.03796 0.2388 0.03055 C 0.23646 0.01828 0.23997 0.03264 0.23529 0.02453 C 0.22526 0.00625 0.23659 0.02083 0.2293 0.01203 C 0.22721 0.00023 0.23008 0.01481 0.22669 0.00278 C 0.2263 0.00116 0.22643 -0.0007 0.22591 -0.00185 C 0.22526 -0.00347 0.22409 -0.00394 0.22318 -0.00509 C 0.22213 -0.01065 0.22331 -0.00972 0.22057 -0.00972 L 0.22057 -0.00949 L 0.16354 -0.04838 L 0.1487 -0.05162 C 0.14713 -0.05209 0.14544 -0.05255 0.14362 -0.05301 C 0.14219 -0.05347 0.14075 -0.05394 0.13932 -0.05463 C 0.1375 -0.05556 0.13411 -0.05764 0.13411 -0.05741 C 0.12982 -0.05718 0.12539 -0.05718 0.12109 -0.05625 C 0.12018 -0.05602 0.1194 -0.05463 0.11849 -0.05463 C 0.11081 -0.05417 0.10286 -0.05463 0.09518 -0.05463 L 0.09518 -0.0544 L 0.04245 -0.03449 L 0.0181 -0.01597 C 0.01601 -0.01273 0.01406 -0.00949 0.01198 -0.00648 C 0.0112 -0.00533 0.01016 -0.00486 0.00937 -0.00347 C 0.00872 -0.00209 0.00846 -0.00023 0.00781 0.00116 C 0.00612 0.00416 0.00469 0.00463 0.0026 0.00578 C 0.00039 0.01759 0.00325 0.00301 -0.00013 0.01504 C -0.00052 0.01666 -0.00221 0.01782 -0.00274 0.01828 Z " pathEditMode="relative" rAng="0" ptsTypes="AAAAAAAAAAAAAAAAAAAAAAAAAAAAAAAAAAAAAAAAAAAAAAAAAAAAAAAAAAAAAAAAAAAAA">
                                      <p:cBhvr>
                                        <p:cTn id="14" dur="6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1" y="449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0.00648 L -0.00182 0.00671 C -0.00039 0.01018 0.00078 0.01435 0.00248 0.01736 C 0.00313 0.01852 0.0043 0.01805 0.00508 0.01898 C 0.01029 0.02454 0.00274 0.01991 0.00951 0.02523 C 0.0112 0.02639 0.01315 0.02639 0.01472 0.02824 C 0.0207 0.03541 0.01797 0.03333 0.02253 0.03588 C 0.02318 0.0375 0.02357 0.03935 0.02435 0.04074 C 0.02565 0.04329 0.02748 0.04537 0.02865 0.04838 C 0.0293 0.05 0.02956 0.05185 0.03047 0.05301 C 0.03112 0.05416 0.03216 0.05416 0.03307 0.05463 C 0.0362 0.06041 0.03412 0.05694 0.03998 0.06389 C 0.04336 0.06782 0.04167 0.06643 0.04518 0.06852 C 0.05117 0.07569 0.04844 0.07361 0.05313 0.07639 C 0.05625 0.08495 0.053 0.07801 0.05742 0.08241 C 0.05925 0.08426 0.06068 0.0875 0.06263 0.08866 C 0.06602 0.09074 0.06849 0.09166 0.07136 0.09491 C 0.07266 0.09629 0.0737 0.09815 0.07487 0.09954 C 0.07604 0.10069 0.07722 0.10139 0.07839 0.10254 C 0.08021 0.10463 0.08151 0.10787 0.0836 0.10879 C 0.08477 0.10926 0.08594 0.10972 0.08711 0.11041 C 0.08802 0.11088 0.0888 0.11157 0.08972 0.11204 C 0.09206 0.11296 0.09675 0.11504 0.09675 0.11528 C 0.09753 0.11597 0.09831 0.11736 0.09935 0.11805 C 0.10013 0.11898 0.10117 0.11875 0.10195 0.11967 C 0.10261 0.12037 0.103 0.12222 0.10365 0.12268 C 0.10729 0.12592 0.11029 0.12616 0.11419 0.12754 C 0.11563 0.12801 0.11706 0.12824 0.11849 0.12893 C 0.12031 0.12986 0.1237 0.13217 0.1237 0.13241 L 0.1237 0.13217 L 0.13073 0.1368 C 0.13242 0.13773 0.13438 0.13796 0.13594 0.13981 C 0.13685 0.14097 0.13763 0.14213 0.13854 0.14305 C 0.14076 0.14491 0.1444 0.14537 0.14636 0.14606 C 0.14727 0.14653 0.14818 0.14722 0.14896 0.14768 C 0.16094 0.15324 0.15716 0.15069 0.17513 0.15231 C 0.18333 0.15717 0.17682 0.1537 0.19518 0.1537 L 0.19518 0.15393 C 0.19792 0.1544 0.20052 0.15463 0.20313 0.15532 C 0.2043 0.15579 0.20534 0.15671 0.20664 0.15694 C 0.20951 0.15764 0.21237 0.15787 0.21524 0.15856 C 0.2211 0.1581 0.24297 0.15764 0.25274 0.15532 C 0.25365 0.15509 0.25456 0.15416 0.25547 0.1537 C 0.2569 0.15324 0.25833 0.15278 0.25977 0.15231 C 0.26094 0.15185 0.26211 0.15116 0.26328 0.15069 C 0.26563 0.15 0.26797 0.14815 0.27018 0.14907 C 0.2711 0.14954 0.27018 0.15231 0.27018 0.1537 L 0.27018 0.15393 L 0.3418 0.1368 C 0.34414 0.13518 0.34636 0.13356 0.3487 0.13217 C 0.35039 0.13102 0.35313 0.13055 0.35482 0.12893 C 0.36159 0.12291 0.35352 0.12824 0.36003 0.1243 C 0.36589 0.11389 0.35912 0.1243 0.36615 0.11805 C 0.3681 0.11643 0.3694 0.11319 0.37136 0.11204 C 0.37227 0.11134 0.37318 0.11111 0.37396 0.11041 C 0.37591 0.10856 0.37722 0.10532 0.3793 0.10416 C 0.38099 0.10324 0.38294 0.10301 0.38451 0.10116 C 0.38867 0.09629 0.38607 0.09861 0.39232 0.09491 L 0.39492 0.09329 L 0.39753 0.0919 C 0.39792 0.09028 0.39792 0.08842 0.39844 0.08704 C 0.40313 0.07685 0.39935 0.0919 0.40287 0.0794 C 0.4043 0.0743 0.40261 0.07477 0.40456 0.07477 L 0.40456 0.075 L 0.44037 0.01435 C 0.44063 0.0081 0.44089 0.00185 0.44115 -0.0044 C 0.44141 -0.00834 0.44167 -0.01667 0.44297 -0.0213 C 0.44336 -0.02292 0.44414 -0.02454 0.44466 -0.02593 C 0.44492 -0.02755 0.44505 -0.02917 0.44557 -0.03056 C 0.44597 -0.03195 0.44675 -0.03264 0.44727 -0.0338 C 0.44792 -0.03519 0.44844 -0.03681 0.44909 -0.03843 C 0.4487 -0.04213 0.44857 -0.0456 0.44818 -0.04931 C 0.44727 -0.05579 0.44688 -0.05695 0.44557 -0.06158 L 0.44557 -0.06134 L 0.42813 -0.10671 L 0.40287 -0.17801 C 0.40182 -0.17986 0.39714 -0.18889 0.39583 -0.19352 C 0.3944 -0.19838 0.3957 -0.19838 0.39323 -0.20278 C 0.39245 -0.20394 0.39141 -0.20463 0.39063 -0.20579 C 0.38867 -0.20857 0.3888 -0.21042 0.3862 -0.21204 C 0.38333 -0.21389 0.37331 -0.21505 0.37227 -0.21505 C 0.37136 -0.21574 0.37044 -0.21574 0.36966 -0.21667 C 0.36901 -0.21736 0.36875 -0.21968 0.36797 -0.21968 C 0.36211 -0.22084 0.35625 -0.21968 0.35052 -0.21968 L 0.22057 -0.29097 C 0.21797 -0.29005 0.21524 -0.28912 0.21263 -0.28796 C 0.21185 -0.2875 0.21094 -0.28658 0.21003 -0.28634 C 0.1961 -0.28542 0.18216 -0.28542 0.16823 -0.28496 C 0.15951 -0.27963 0.16654 -0.28334 0.15768 -0.28033 C 0.15235 -0.27824 0.15625 -0.2794 0.15169 -0.27709 C 0.14935 -0.27593 0.14466 -0.27408 0.14466 -0.27384 L 0.13763 -0.2757 L 0.13763 -0.27546 C 0.13099 -0.275 0.12422 -0.27523 0.11758 -0.27408 C 0.11576 -0.27361 0.11419 -0.27153 0.11237 -0.27084 C 0.11094 -0.27037 0.10951 -0.27014 0.10807 -0.26945 C 0.10716 -0.26898 0.10625 -0.26829 0.10547 -0.26783 C 0.10404 -0.26713 0.10248 -0.2669 0.10104 -0.26621 C 0.09922 -0.26551 0.09753 -0.26412 0.09583 -0.2632 C 0.09492 -0.26273 0.09414 -0.26204 0.09323 -0.26158 C 0.09206 -0.26111 0.08841 -0.25972 0.08711 -0.25857 C 0.08333 -0.25509 0.08581 -0.25533 0.0836 -0.25533 L 0.0836 -0.25509 L 0.02956 -0.21204 L -0.00534 -0.15 C -0.00677 -0.14584 -0.00846 -0.1419 -0.00976 -0.13773 C -0.01055 -0.13472 -0.01081 -0.13148 -0.01146 -0.12824 L -0.01237 -0.12361 C -0.01263 -0.1206 -0.01276 -0.11736 -0.01315 -0.11435 C -0.01367 -0.11111 -0.01432 -0.1081 -0.01497 -0.10509 C -0.01523 -0.10347 -0.01562 -0.10209 -0.01575 -0.10046 C -0.01614 -0.09838 -0.0164 -0.0963 -0.01667 -0.09421 C -0.01693 -0.09259 -0.01745 -0.09121 -0.01758 -0.08959 C -0.01771 -0.08658 -0.01758 -0.08334 -0.01758 -0.08033 L -0.01758 -0.08009 C -0.01732 -0.07361 -0.01719 -0.0669 -0.01667 -0.06019 C -0.01627 -0.05417 -0.01536 -0.05625 -0.01406 -0.05093 C -0.01328 -0.04792 -0.01289 -0.04468 -0.01237 -0.04144 L -0.01055 -0.03218 C -0.00989 -0.02847 -0.00963 -0.02593 -0.00794 -0.02292 C -0.00716 -0.02153 -0.00625 -0.02084 -0.00534 -0.01991 C -0.00482 -0.01829 -0.00403 -0.0169 -0.00364 -0.01528 C -0.00325 -0.01366 -0.00325 -0.01181 -0.00273 -0.01042 C -0.0026 -0.01019 -0.00221 -0.01042 -0.00182 -0.01042 L -0.00182 -0.01019 L -0.00534 -0.01991 L -0.01667 -0.06158 " pathEditMode="relative" rAng="0" ptsTypes="AAAAAAAAAAAAAAAAAAAAAAAAAAAAAAAAAAAAAAAAAAAAAAAAAAAAAAAAAAAAAAAAAAAAAAAAAAAAAAAAAAAAAAAAAAAAAAAAAAAAAAAAAAAAAAAAAAAAAAAAAAAAAAA">
                                      <p:cBhvr>
                                        <p:cTn id="16" dur="6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5" y="-726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94 0.01459 L 0.06393 0.16644 L 0.17825 0.21898 L 0.2375 0.22384 L 0.31432 0.18959 C 0.31653 0.1882 0.31901 0.18704 0.32122 0.18496 C 0.32317 0.18334 0.32448 0.17986 0.32643 0.17871 C 0.32734 0.17824 0.32825 0.17801 0.32903 0.17732 C 0.33099 0.17546 0.33229 0.17222 0.33437 0.17107 C 0.34088 0.16713 0.33281 0.17246 0.33958 0.16644 C 0.34036 0.16574 0.34127 0.16528 0.34218 0.16482 C 0.34635 0.15996 0.34375 0.16227 0.35 0.15857 L 0.3526 0.15718 C 0.35755 0.14838 0.35286 0.15533 0.35781 0.15093 C 0.36458 0.14491 0.35651 0.15023 0.36315 0.1463 C 0.36367 0.14468 0.36406 0.14283 0.36484 0.14167 C 0.36562 0.14051 0.36679 0.14121 0.36744 0.14005 C 0.36809 0.13889 0.3677 0.13658 0.36836 0.13542 C 0.37122 0.12917 0.37096 0.13496 0.37096 0.13079 L 0.37096 0.13102 L 0.3901 0.06875 C 0.39101 0.06459 0.39257 0.06088 0.3927 0.05648 C 0.39323 0.04699 0.3927 0.03519 0.39101 0.02546 C 0.39049 0.02222 0.38958 0.01921 0.38932 0.01621 C 0.38893 0.01343 0.3888 0.01088 0.38841 0.00834 C 0.38789 0.00509 0.38724 0.00209 0.38658 -0.00092 C 0.38593 -0.00463 0.38567 -0.00717 0.38398 -0.01018 C 0.38046 -0.01666 0.38138 -0.01041 0.37617 -0.01643 C 0.37526 -0.01759 0.37461 -0.01921 0.37356 -0.01944 C 0.37187 -0.02014 0.37005 -0.01944 0.36836 -0.01944 L 0.32474 -0.10162 L 0.24882 -0.13889 L 0.13815 -0.15579 L 0.07799 -0.12963 L 0.02044 -0.07685 L -0.00144 0.05023 L -0.00313 0.05486 L -0.00313 0.05509 " pathEditMode="relative" rAng="0" ptsTypes="AAAAAAAAAAAAAAAAAAAAAAAAAAAAAAAAAAAAAA">
                                      <p:cBhvr>
                                        <p:cTn id="18" dur="6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82" y="194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85 0.00486 L -0.01185 0.00509 C -0.01159 0.01273 -0.01172 0.02037 -0.01107 0.02824 C -0.01081 0.03125 -0.0099 0.03426 -0.00925 0.0375 L -0.00847 0.04213 C -0.00808 0.04352 -0.00808 0.04537 -0.00756 0.04676 L -0.00586 0.05139 L -0.00404 0.06065 C -0.00378 0.06227 -0.00339 0.06366 -0.00326 0.06528 C -0.00287 0.06782 -0.00287 0.0706 -0.00235 0.07315 C -0.00196 0.07477 -0.00105 0.07616 -0.00052 0.07778 C -0.00013 0.07916 3.95833E-6 0.08078 0.00026 0.08241 C 0.00091 0.08611 0.00182 0.09514 0.00286 0.09791 C 0.00351 0.09953 0.00416 0.10092 0.00468 0.10254 C 0.00507 0.10393 0.00507 0.10578 0.00546 0.10717 C 0.00651 0.11041 0.00833 0.11296 0.00898 0.11643 C 0.01028 0.12291 0.00937 0.11967 0.01158 0.12569 C 0.01354 0.13611 0.01171 0.13356 0.0151 0.13657 L 0.0151 0.1368 C 0.02565 0.15532 0.0207 0.15 0.02825 0.15671 C 0.02877 0.15833 0.02916 0.16018 0.02994 0.16134 C 0.03073 0.16273 0.0319 0.16296 0.03255 0.16458 C 0.0332 0.16574 0.03294 0.16782 0.03346 0.16921 C 0.03463 0.17199 0.03632 0.1743 0.03776 0.17685 C 0.03867 0.17847 0.03919 0.18078 0.04036 0.18148 C 0.0431 0.1831 0.04336 0.18287 0.0457 0.18634 C 0.04661 0.18773 0.04726 0.18958 0.0483 0.19097 C 0.05429 0.19791 0.04882 0.18889 0.05169 0.19398 L 0.05169 0.19421 L 0.11276 0.25278 L 0.18698 0.29467 L 0.2401 0.30879 L 0.36836 0.29791 L 0.4582 0.24676 L 0.51224 0.17384 L 0.5263 0.09328 L 0.50612 -0.01528 L 0.44427 -0.11134 L 0.39622 -0.14861 L 0.32734 -0.17963 L 0.27682 -0.1919 L 0.19479 -0.20116 L 0.13632 -0.17801 L 0.07877 -0.15324 L 0.0526 -0.12222 C 0.05 -0.11852 0.04739 -0.11482 0.04479 -0.11134 C 0.0431 -0.10926 0.04101 -0.10787 0.03958 -0.10509 C 0.03606 -0.09908 0.03815 -0.10116 0.03346 -0.09908 C 0.02981 -0.08935 0.03385 -0.09884 0.02903 -0.09121 C 0.02291 -0.08148 0.02643 -0.08195 0.02291 -0.08195 L 0.02291 -0.08172 C 0.02096 -0.07894 0.01901 -0.0757 0.01692 -0.07269 C 0.01432 -0.06898 0.01432 -0.0706 0.0125 -0.06644 C 0.01185 -0.06505 0.01145 -0.0632 0.0108 -0.06181 C 0.01028 -0.06065 0.0095 -0.05972 0.00898 -0.05857 C 0.00416 -0.04792 0.01093 -0.06042 0.00468 -0.04931 C 0.00364 -0.04398 0.00442 -0.04584 0.00286 -0.04329 L 0.00286 -0.04306 L -0.00326 -0.02778 C -0.00378 -0.02616 -0.0043 -0.02454 -0.00495 -0.02292 C -0.00664 -0.01829 -0.00717 -0.01759 -0.00847 -0.01227 C -0.00873 -0.01065 -0.00899 -0.00903 -0.00925 -0.00741 C -0.00899 0.01065 -0.00899 0.0287 -0.00847 0.04676 C -0.00834 0.04838 -0.00795 0.05 -0.00756 0.05139 C 0.00208 0.08217 -0.00677 0.05092 -0.00326 0.06389 L -0.00326 0.06412 L -0.00326 0.06389 " pathEditMode="relative" rAng="0" ptsTypes="AAAAAAAAAAAAAAAAAAAAAAAAAAAAAAAAAAAAAAAAAAAAAAAAAAAAAAAAAAAAAAAAAAA">
                                      <p:cBhvr>
                                        <p:cTn id="20" dur="6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01" y="488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875 -0.10116 L -0.16003 -0.10579 C -0.16393 -0.10139 -0.16875 -0.09746 -0.17136 -0.09028 C -0.17201 -0.08866 -0.17266 -0.08727 -0.17318 -0.08565 C -0.17383 -0.08264 -0.17435 -0.0794 -0.17487 -0.07639 C -0.17513 -0.07477 -0.17526 -0.07315 -0.17578 -0.07176 L -0.17747 -0.06713 L -0.1793 -0.05764 C -0.17956 -0.05625 -0.17943 -0.05417 -0.18008 -0.05301 C -0.18255 -0.04861 -0.18138 -0.05116 -0.18359 -0.04537 L -0.18711 -0.02662 L -0.1888 -0.01736 C -0.18919 -0.01528 -0.18932 -0.0132 -0.18971 -0.01111 C -0.19024 -0.0081 -0.19089 -0.00509 -0.19141 -0.00185 C -0.1918 -0.00047 -0.19206 0.00116 -0.19232 0.00278 C -0.19349 0.01041 -0.19284 0.00694 -0.19401 0.01366 C -0.19375 0.02916 -0.19375 0.04467 -0.19323 0.06018 C -0.19323 0.06111 -0.19193 0.06944 -0.19141 0.07083 C -0.19102 0.07268 -0.19024 0.07384 -0.18971 0.07569 C -0.18932 0.07708 -0.18932 0.0787 -0.1888 0.08032 C -0.18776 0.08356 -0.18607 0.08611 -0.18542 0.08958 C -0.18503 0.0912 -0.1849 0.09282 -0.18451 0.09421 C -0.18346 0.09745 -0.18164 0.1 -0.18099 0.10347 C -0.17904 0.11412 -0.1806 0.11041 -0.17747 0.11597 C -0.17721 0.11736 -0.17708 0.11898 -0.17669 0.1206 C -0.17617 0.12222 -0.17526 0.12361 -0.17487 0.12523 C -0.17409 0.12824 -0.1737 0.13148 -0.17318 0.13449 L -0.17227 0.13912 L -0.17136 0.14375 L -0.17057 0.14838 L -0.17057 0.14861 L -0.11823 0.22916 L -0.06146 0.2787 L 0.03789 0.32986 L 0.10065 0.34236 L 0.18958 0.34074 L 0.27943 0.30972 L 0.35273 0.25393 L 0.39375 0.18866 L 0.4112 0.09421 C 0.40989 0.06111 0.4112 0.08102 0.40937 0.06319 C 0.40911 0.06018 0.40898 0.05694 0.40846 0.05393 C 0.40807 0.05069 0.40729 0.04768 0.40677 0.04467 C 0.40651 0.04305 0.40586 0.04166 0.40586 0.04004 L 0.40586 0.02754 L 0.40586 0.02778 L 0.37448 -0.05162 L 0.3431 -0.09954 L 0.27422 -0.16945 L 0.1487 -0.2206 L 0.07279 -0.23125 L 0.02565 -0.22523 L -0.05013 -0.19422 L -0.1043 -0.17246 C -0.1069 -0.16991 -0.10938 -0.16713 -0.11211 -0.16482 C -0.11289 -0.16389 -0.11393 -0.16389 -0.11471 -0.1632 C -0.11589 -0.16227 -0.11706 -0.16111 -0.11823 -0.15996 C -0.11914 -0.15903 -0.11992 -0.15787 -0.12083 -0.15695 C -0.12162 -0.15625 -0.12266 -0.15625 -0.12344 -0.15533 C -0.12526 -0.15371 -0.12695 -0.15116 -0.12865 -0.14931 C -0.12956 -0.14815 -0.13034 -0.14676 -0.13125 -0.14607 C -0.13216 -0.1456 -0.13307 -0.14537 -0.13386 -0.14445 C -0.1349 -0.14375 -0.13646 -0.14144 -0.13646 -0.14121 L -0.13646 -0.14144 C -0.13854 -0.13889 -0.14063 -0.13634 -0.14258 -0.1338 C -0.14323 -0.13287 -0.14375 -0.13148 -0.1444 -0.13056 C -0.14609 -0.12847 -0.14792 -0.12639 -0.14961 -0.12431 L -0.15482 -0.11829 L -0.15742 -0.11505 C -0.15925 -0.10509 -0.15677 -0.11459 -0.16094 -0.1088 C -0.16094 -0.10857 -0.16745 -0.09722 -0.16875 -0.09491 C -0.16966 -0.09329 -0.1707 -0.09213 -0.17136 -0.09028 C -0.17201 -0.08866 -0.17266 -0.08727 -0.17318 -0.08565 C -0.17357 -0.08426 -0.17357 -0.08241 -0.17396 -0.08102 C -0.175 -0.07778 -0.17747 -0.07176 -0.17747 -0.07153 L -0.1793 -0.06227 L -0.1793 -0.06204 L -0.1793 -0.06227 " pathEditMode="relative" rAng="0" ptsTypes="AAAAAAAAAAAAAAAAAAAAAAAAAAAAAAAAAAAAAAAAAAAAAAAAAAAAAAAAAAAAAAAAAAAAAAAAAAAAAA">
                                      <p:cBhvr>
                                        <p:cTn id="22" dur="6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34" y="1567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3449 L -0.00091 0.03472 C -0.00026 0.03912 0.00013 0.04375 0.00092 0.04838 C 0.00092 0.04861 0.003 0.05995 0.00352 0.06227 L 0.00521 0.07153 L 0.00612 0.07616 C 0.00625 0.07894 0.00651 0.08912 0.00782 0.09329 C 0.01368 0.11181 0.00847 0.09445 0.01654 0.1088 C 0.01901 0.1132 0.01758 0.11111 0.02097 0.11505 C 0.02214 0.11806 0.02292 0.12176 0.02435 0.12431 C 0.025 0.12546 0.02565 0.12639 0.02618 0.12732 C 0.03099 0.1382 0.02435 0.1257 0.03047 0.13681 C 0.03256 0.14745 0.03099 0.14375 0.03399 0.14908 C 0.03425 0.1507 0.03438 0.15232 0.0349 0.1537 C 0.03672 0.1588 0.03737 0.15833 0.04011 0.15995 C 0.04063 0.16111 0.04115 0.1625 0.0418 0.1632 C 0.04349 0.16458 0.04558 0.16435 0.04714 0.1662 C 0.05052 0.17014 0.0487 0.16875 0.05235 0.17083 C 0.05547 0.17454 0.05404 0.17315 0.05664 0.17546 L 0.05664 0.1757 L 0.11342 0.24537 L 0.17175 0.2919 L 0.27474 0.33843 L 0.38542 0.35394 L 0.48138 0.32894 L 0.56159 0.28704 L 0.63321 0.20185 L 0.6655 0.1088 L 0.66459 0.01898 C 0.66342 0.01482 0.66237 0.01065 0.66107 0.00648 C 0.66055 0.00486 0.65977 0.00347 0.65938 0.00185 C 0.6586 -0.00116 0.6586 -0.00486 0.65756 -0.00741 C 0.65704 -0.00903 0.65625 -0.01042 0.65586 -0.01204 C 0.65508 -0.01505 0.65469 -0.01829 0.65404 -0.02153 L 0.65235 -0.03079 C 0.65235 -0.03055 0.65065 -0.04005 0.65065 -0.03981 L 0.64883 -0.04467 C 0.64857 -0.0463 0.64844 -0.04792 0.64805 -0.0493 C 0.64753 -0.05069 0.64675 -0.05139 0.64623 -0.05255 C 0.64558 -0.05393 0.64506 -0.05555 0.64454 -0.05717 C 0.64297 -0.06528 0.64467 -0.05856 0.64102 -0.06643 C 0.64037 -0.06782 0.64011 -0.06991 0.63933 -0.07106 C 0.63855 -0.07199 0.6375 -0.07199 0.63659 -0.07268 C 0.63607 -0.07361 0.63529 -0.07454 0.6349 -0.07569 C 0.63438 -0.07708 0.63464 -0.07917 0.63399 -0.08032 C 0.63334 -0.08171 0.6323 -0.08241 0.63138 -0.08356 C 0.62683 -0.09583 0.63282 -0.08079 0.62709 -0.0912 C 0.62631 -0.09259 0.62605 -0.09444 0.62526 -0.09583 C 0.62175 -0.10301 0.62188 -0.10255 0.61836 -0.10671 C 0.6181 -0.10833 0.6181 -0.11018 0.61745 -0.11134 C 0.6168 -0.11273 0.61563 -0.11342 0.61485 -0.11458 C 0.6142 -0.11528 0.61381 -0.11667 0.61315 -0.11759 C 0.61224 -0.11875 0.61133 -0.11944 0.61055 -0.1206 C 0.6099 -0.12153 0.60951 -0.12292 0.60873 -0.12384 C 0.60795 -0.12454 0.60704 -0.12477 0.60612 -0.12523 C 0.60065 -0.13495 0.60808 -0.12106 0.60352 -0.1331 C 0.60287 -0.13495 0.60183 -0.13611 0.60092 -0.13773 C 0.60026 -0.14097 0.59987 -0.14467 0.59831 -0.14699 C 0.59675 -0.14954 0.5931 -0.15324 0.5931 -0.15301 C 0.59245 -0.15486 0.59206 -0.15648 0.59128 -0.15787 C 0.58789 -0.16389 0.58373 -0.1618 0.57904 -0.1625 C 0.57761 -0.16296 0.57618 -0.16342 0.57474 -0.16412 C 0.57383 -0.16458 0.57305 -0.16551 0.57214 -0.16574 C 0.57071 -0.16597 0.56914 -0.16574 0.56771 -0.16574 L 0.56771 -0.16551 L 0.49193 -0.24329 L 0.29831 -0.28958 L 0.22058 -0.27569 L 0.16224 -0.26643 C 0.1599 -0.26435 0.15756 -0.2625 0.15521 -0.26018 C 0.1543 -0.25926 0.15352 -0.25787 0.15261 -0.25717 C 0.15183 -0.25648 0.15092 -0.25602 0.15 -0.25555 C 0.14714 -0.2544 0.14414 -0.25417 0.14128 -0.25255 C 0.13503 -0.24884 0.14284 -0.25324 0.13516 -0.2493 C 0.13282 -0.24815 0.13164 -0.24699 0.12904 -0.2463 C 0.12592 -0.2456 0.12266 -0.24514 0.11954 -0.24467 C 0.11836 -0.24421 0.11719 -0.24375 0.11602 -0.24329 C 0.11511 -0.24282 0.1142 -0.24213 0.11342 -0.24167 C 0.11016 -0.24005 0.10547 -0.23796 0.10209 -0.23704 C 0.1 -0.23634 0.09792 -0.23588 0.09597 -0.23542 C 0.09414 -0.23495 0.09206 -0.23588 0.09063 -0.2338 C 0.08985 -0.23264 0.09063 -0.22963 0.09063 -0.22778 L 0.09063 -0.22755 L 0.02969 -0.13611 C 0.02761 -0.1331 0.02539 -0.13032 0.02357 -0.12685 C 0.02214 -0.12407 0.02123 -0.1206 0.02006 -0.11759 C 0.0194 -0.11597 0.01901 -0.11435 0.01836 -0.11296 L 0.01654 -0.10972 C 0.01628 -0.10833 0.01615 -0.10648 0.01563 -0.10509 C 0.01498 -0.10324 0.01381 -0.10231 0.01302 -0.10046 C 0.01237 -0.09907 0.01185 -0.09745 0.01133 -0.09583 C 0.01068 -0.09282 0.01055 -0.08935 0.00964 -0.08657 L 0.00612 -0.07731 C 0.00495 -0.06481 0.00573 -0.07083 0.00352 -0.05856 L 0.00261 -0.05393 C 0.00235 -0.05255 0.00222 -0.05069 0.0017 -0.0493 C 0.00052 -0.0463 -0.00104 -0.04352 -0.00182 -0.04005 C -0.00299 -0.03333 -0.00195 -0.03657 -0.0052 -0.03079 C -0.0056 -0.02778 -0.00612 -0.02153 -0.00703 -0.01829 C -0.00742 -0.01667 -0.0082 -0.01528 -0.00872 -0.01366 C -0.00976 -0.00787 -0.00924 -0.01042 -0.01041 -0.00602 L -0.00091 0.03449 Z " pathEditMode="relative" rAng="0" ptsTypes="AAAAAAAAAAAAAAAAAAAAAAAAAAAAAAAAAAAAAAAAAAAAAAAAAAAAAAAAAAAAAAAAAAAAAAAAAAAAAAAAAAAAAAAAAAAAAAAAAAAAAA">
                                      <p:cBhvr>
                                        <p:cTn id="24" dur="6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839" y="-23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95 0.01505 L -0.01823 0.01042 C -0.02213 0.01482 -0.02695 0.01875 -0.02956 0.02593 C -0.03021 0.02755 -0.03086 0.02894 -0.03138 0.03056 C -0.03203 0.03357 -0.03255 0.03681 -0.03307 0.03982 C -0.03333 0.04144 -0.03346 0.04306 -0.03398 0.04445 L -0.03567 0.04908 L -0.0375 0.05857 C -0.03776 0.05996 -0.03763 0.06204 -0.03828 0.0632 C -0.04075 0.0676 -0.03958 0.06505 -0.04179 0.07084 L -0.04531 0.08959 L -0.047 0.09885 C -0.04739 0.10093 -0.04752 0.10301 -0.04791 0.1051 C -0.04844 0.10811 -0.04909 0.11112 -0.04961 0.11436 C -0.05 0.11574 -0.05026 0.11737 -0.05052 0.11899 C -0.05169 0.12662 -0.05104 0.12315 -0.05221 0.12987 C -0.05195 0.14537 -0.05195 0.16088 -0.05143 0.17639 C -0.05143 0.17732 -0.05013 0.18565 -0.04961 0.18704 C -0.04922 0.18889 -0.04844 0.19005 -0.04791 0.1919 C -0.04752 0.19329 -0.04752 0.19491 -0.047 0.19653 C -0.04596 0.19977 -0.04427 0.20232 -0.04362 0.20579 C -0.04323 0.20741 -0.0431 0.20903 -0.04271 0.21042 C -0.04166 0.21366 -0.03984 0.21621 -0.03919 0.21968 C -0.03724 0.23033 -0.0388 0.22662 -0.03567 0.23218 C -0.03541 0.23357 -0.03528 0.23519 -0.03489 0.23681 C -0.03437 0.23843 -0.03346 0.23982 -0.03307 0.24144 C -0.03229 0.24445 -0.0319 0.24769 -0.03138 0.2507 L -0.03047 0.25533 L -0.02956 0.25996 L -0.02877 0.26459 L -0.02877 0.26482 L 0.02357 0.34537 L 0.08034 0.39491 L 0.17969 0.44607 L 0.24245 0.45857 L 0.33138 0.45695 L 0.42123 0.42593 L 0.49453 0.37014 L 0.53555 0.30487 L 0.553 0.21042 C 0.55169 0.17732 0.553 0.19723 0.55117 0.1794 C 0.55091 0.17639 0.55078 0.17315 0.55026 0.17014 C 0.54987 0.1669 0.54909 0.16389 0.54857 0.16088 C 0.54831 0.15926 0.54766 0.15787 0.54766 0.15625 L 0.54766 0.14375 L 0.54766 0.14399 L 0.51628 0.06459 L 0.4849 0.01667 L 0.41602 -0.05324 L 0.2905 -0.10439 L 0.21459 -0.11504 L 0.16745 -0.10902 L 0.09167 -0.07801 L 0.0375 -0.05625 C 0.0349 -0.0537 0.03242 -0.05092 0.02969 -0.04861 C 0.02891 -0.04768 0.02787 -0.04768 0.02709 -0.04699 C 0.02591 -0.04606 0.02474 -0.0449 0.02357 -0.04375 C 0.02266 -0.04282 0.02188 -0.04166 0.02097 -0.04074 C 0.02018 -0.04004 0.01914 -0.04004 0.01836 -0.03912 C 0.01654 -0.0375 0.01485 -0.03495 0.01315 -0.0331 C 0.01224 -0.03194 0.01146 -0.03055 0.01055 -0.02986 C 0.00964 -0.02939 0.00873 -0.02916 0.00794 -0.02824 C 0.0069 -0.02754 0.00534 -0.02523 0.00534 -0.025 L 0.00534 -0.02523 C 0.00326 -0.02268 0.00117 -0.02013 -0.00078 -0.01759 C -0.00143 -0.01666 -0.00195 -0.01527 -0.0026 -0.01435 C -0.00429 -0.01226 -0.00612 -0.01018 -0.00781 -0.0081 L -0.01302 -0.00208 L -0.01562 0.00116 C -0.01745 0.01112 -0.01497 0.00162 -0.01914 0.00741 C -0.01914 0.00764 -0.02565 0.01899 -0.02695 0.0213 C -0.02786 0.02292 -0.0289 0.02408 -0.02956 0.02593 C -0.03021 0.02755 -0.03086 0.02894 -0.03138 0.03056 C -0.03177 0.03195 -0.03177 0.0338 -0.03216 0.03519 C -0.0332 0.03843 -0.03567 0.04445 -0.03567 0.04468 L -0.0375 0.05394 L -0.0375 0.05417 L -0.0375 0.05394 " pathEditMode="relative" rAng="0" ptsTypes="AAAAAAAAAAAAAAAAAAAAAAAAAAAAAAAAAAAAAAAAAAAAAAAAAAAAAAAAAAAAAAAAAAAAAAAAAAAAAA">
                                      <p:cBhvr>
                                        <p:cTn id="26" dur="6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34" y="1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16</cp:revision>
  <dcterms:created xsi:type="dcterms:W3CDTF">2025-11-18T07:05:33Z</dcterms:created>
  <dcterms:modified xsi:type="dcterms:W3CDTF">2025-11-18T09:57:53Z</dcterms:modified>
</cp:coreProperties>
</file>