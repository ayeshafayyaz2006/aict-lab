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0" autoAdjust="0"/>
    <p:restoredTop sz="94660"/>
  </p:normalViewPr>
  <p:slideViewPr>
    <p:cSldViewPr snapToGrid="0">
      <p:cViewPr varScale="1">
        <p:scale>
          <a:sx n="39" d="100"/>
          <a:sy n="39" d="100"/>
        </p:scale>
        <p:origin x="56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9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25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1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7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6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08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1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2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5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95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B9ED4-96F0-4BC1-AD86-5565DB9C3E9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16033-5440-4EFA-A984-E9C64E8DE2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4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741"/>
            <a:ext cx="12192000" cy="7051728"/>
          </a:xfrm>
          <a:prstGeom prst="rect">
            <a:avLst/>
          </a:prstGeom>
        </p:spPr>
      </p:pic>
      <p:pic>
        <p:nvPicPr>
          <p:cNvPr id="6" name="image23.png"/>
          <p:cNvPicPr/>
          <p:nvPr/>
        </p:nvPicPr>
        <p:blipFill>
          <a:blip r:embed="rId4"/>
          <a:srcRect t="24571" b="20953"/>
          <a:stretch>
            <a:fillRect/>
          </a:stretch>
        </p:blipFill>
        <p:spPr>
          <a:xfrm>
            <a:off x="2005089" y="3101239"/>
            <a:ext cx="2256943" cy="2125589"/>
          </a:xfrm>
          <a:prstGeom prst="rect">
            <a:avLst/>
          </a:prstGeom>
          <a:ln/>
        </p:spPr>
      </p:pic>
      <p:pic>
        <p:nvPicPr>
          <p:cNvPr id="7" name="image25.png"/>
          <p:cNvPicPr/>
          <p:nvPr/>
        </p:nvPicPr>
        <p:blipFill>
          <a:blip r:embed="rId5"/>
          <a:srcRect l="33521" t="48763" r="41421" b="42094"/>
          <a:stretch>
            <a:fillRect/>
          </a:stretch>
        </p:blipFill>
        <p:spPr>
          <a:xfrm>
            <a:off x="2605120" y="3699397"/>
            <a:ext cx="1561497" cy="886460"/>
          </a:xfrm>
          <a:prstGeom prst="rect">
            <a:avLst/>
          </a:prstGeom>
          <a:ln/>
        </p:spPr>
      </p:pic>
      <p:sp>
        <p:nvSpPr>
          <p:cNvPr id="8" name="Cloud 7"/>
          <p:cNvSpPr/>
          <p:nvPr/>
        </p:nvSpPr>
        <p:spPr>
          <a:xfrm>
            <a:off x="3133560" y="2130949"/>
            <a:ext cx="2345635" cy="1137036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And get it to your grandma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Cloud 8"/>
          <p:cNvSpPr/>
          <p:nvPr/>
        </p:nvSpPr>
        <p:spPr>
          <a:xfrm>
            <a:off x="4756317" y="3305449"/>
            <a:ext cx="1224366" cy="593634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Ok mom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53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209" y="0"/>
            <a:ext cx="12387209" cy="6705600"/>
          </a:xfrm>
          <a:prstGeom prst="rect">
            <a:avLst/>
          </a:prstGeom>
        </p:spPr>
      </p:pic>
      <p:pic>
        <p:nvPicPr>
          <p:cNvPr id="3" name="image27.png"/>
          <p:cNvPicPr/>
          <p:nvPr/>
        </p:nvPicPr>
        <p:blipFill>
          <a:blip r:embed="rId3"/>
          <a:srcRect l="62303" t="24196" b="21360"/>
          <a:stretch>
            <a:fillRect/>
          </a:stretch>
        </p:blipFill>
        <p:spPr>
          <a:xfrm>
            <a:off x="5831101" y="1935423"/>
            <a:ext cx="796925" cy="2062480"/>
          </a:xfrm>
          <a:prstGeom prst="rect">
            <a:avLst/>
          </a:prstGeom>
          <a:ln/>
        </p:spPr>
      </p:pic>
      <p:sp>
        <p:nvSpPr>
          <p:cNvPr id="4" name="Cloud 3"/>
          <p:cNvSpPr/>
          <p:nvPr/>
        </p:nvSpPr>
        <p:spPr>
          <a:xfrm>
            <a:off x="4107950" y="2668713"/>
            <a:ext cx="2003461" cy="811658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Lalalalalala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90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3919" cy="6858000"/>
          </a:xfrm>
          <a:prstGeom prst="rect">
            <a:avLst/>
          </a:prstGeom>
        </p:spPr>
      </p:pic>
      <p:pic>
        <p:nvPicPr>
          <p:cNvPr id="5" name="image27.png"/>
          <p:cNvPicPr/>
          <p:nvPr/>
        </p:nvPicPr>
        <p:blipFill>
          <a:blip r:embed="rId3"/>
          <a:srcRect l="62303" t="24196" b="21360"/>
          <a:stretch>
            <a:fillRect/>
          </a:stretch>
        </p:blipFill>
        <p:spPr>
          <a:xfrm>
            <a:off x="7441521" y="2562860"/>
            <a:ext cx="1155020" cy="2876368"/>
          </a:xfrm>
          <a:prstGeom prst="rect">
            <a:avLst/>
          </a:prstGeom>
          <a:ln/>
        </p:spPr>
      </p:pic>
      <p:pic>
        <p:nvPicPr>
          <p:cNvPr id="6" name="image25.png"/>
          <p:cNvPicPr/>
          <p:nvPr/>
        </p:nvPicPr>
        <p:blipFill>
          <a:blip r:embed="rId4"/>
          <a:srcRect l="33521" t="48763" r="41421" b="42094"/>
          <a:stretch>
            <a:fillRect/>
          </a:stretch>
        </p:blipFill>
        <p:spPr>
          <a:xfrm>
            <a:off x="6154671" y="3543300"/>
            <a:ext cx="1864360" cy="1144089"/>
          </a:xfrm>
          <a:prstGeom prst="rect">
            <a:avLst/>
          </a:prstGeom>
          <a:ln/>
        </p:spPr>
      </p:pic>
      <p:sp>
        <p:nvSpPr>
          <p:cNvPr id="7" name="Cloud 6"/>
          <p:cNvSpPr/>
          <p:nvPr/>
        </p:nvSpPr>
        <p:spPr>
          <a:xfrm>
            <a:off x="4370628" y="3018880"/>
            <a:ext cx="2269671" cy="1257300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Go away  I am  already late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Cloud 7"/>
          <p:cNvSpPr/>
          <p:nvPr/>
        </p:nvSpPr>
        <p:spPr>
          <a:xfrm>
            <a:off x="3086100" y="3102429"/>
            <a:ext cx="45719" cy="4571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loud 8"/>
          <p:cNvSpPr/>
          <p:nvPr/>
        </p:nvSpPr>
        <p:spPr>
          <a:xfrm>
            <a:off x="2698031" y="2181223"/>
            <a:ext cx="2171700" cy="852896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Give me that bucket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95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27.png"/>
          <p:cNvPicPr/>
          <p:nvPr/>
        </p:nvPicPr>
        <p:blipFill>
          <a:blip r:embed="rId3"/>
          <a:srcRect l="62303" t="24196" b="21360"/>
          <a:stretch>
            <a:fillRect/>
          </a:stretch>
        </p:blipFill>
        <p:spPr>
          <a:xfrm>
            <a:off x="9502094" y="4161246"/>
            <a:ext cx="796925" cy="2062480"/>
          </a:xfrm>
          <a:prstGeom prst="rect">
            <a:avLst/>
          </a:prstGeom>
          <a:ln/>
        </p:spPr>
      </p:pic>
      <p:pic>
        <p:nvPicPr>
          <p:cNvPr id="6" name="image25.png"/>
          <p:cNvPicPr/>
          <p:nvPr/>
        </p:nvPicPr>
        <p:blipFill>
          <a:blip r:embed="rId4"/>
          <a:srcRect l="33521" t="48763" r="41421" b="42094"/>
          <a:stretch>
            <a:fillRect/>
          </a:stretch>
        </p:blipFill>
        <p:spPr>
          <a:xfrm>
            <a:off x="8678455" y="4749256"/>
            <a:ext cx="1366520" cy="886460"/>
          </a:xfrm>
          <a:prstGeom prst="rect">
            <a:avLst/>
          </a:prstGeom>
          <a:ln/>
        </p:spPr>
      </p:pic>
      <p:sp>
        <p:nvSpPr>
          <p:cNvPr id="7" name="Cloud 6"/>
          <p:cNvSpPr/>
          <p:nvPr/>
        </p:nvSpPr>
        <p:spPr>
          <a:xfrm>
            <a:off x="6433456" y="4131038"/>
            <a:ext cx="2351314" cy="1077686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Hey granny!!! I am here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1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23.png"/>
          <p:cNvPicPr/>
          <p:nvPr/>
        </p:nvPicPr>
        <p:blipFill>
          <a:blip r:embed="rId3"/>
          <a:srcRect t="24571" b="20953"/>
          <a:stretch>
            <a:fillRect/>
          </a:stretch>
        </p:blipFill>
        <p:spPr>
          <a:xfrm>
            <a:off x="0" y="2289129"/>
            <a:ext cx="2380615" cy="2250214"/>
          </a:xfrm>
          <a:prstGeom prst="rect">
            <a:avLst/>
          </a:prstGeom>
          <a:ln/>
        </p:spPr>
      </p:pic>
      <p:sp>
        <p:nvSpPr>
          <p:cNvPr id="7" name="Cloud 6"/>
          <p:cNvSpPr/>
          <p:nvPr/>
        </p:nvSpPr>
        <p:spPr>
          <a:xfrm>
            <a:off x="0" y="1420586"/>
            <a:ext cx="1567543" cy="1012371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Hey Lilly stay away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Cloud 8"/>
          <p:cNvSpPr/>
          <p:nvPr/>
        </p:nvSpPr>
        <p:spPr>
          <a:xfrm>
            <a:off x="579665" y="569936"/>
            <a:ext cx="1975756" cy="832757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Hey I bring you Fruits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loud 10"/>
          <p:cNvSpPr/>
          <p:nvPr/>
        </p:nvSpPr>
        <p:spPr>
          <a:xfrm>
            <a:off x="3004457" y="-8946"/>
            <a:ext cx="2400300" cy="1157764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Ohh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honey! I was Feeling hungry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2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28" y="391886"/>
            <a:ext cx="1894115" cy="22043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030" y="3575957"/>
            <a:ext cx="3439886" cy="32820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9524" r="8974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951" y="4005943"/>
            <a:ext cx="2600325" cy="3810000"/>
          </a:xfrm>
          <a:prstGeom prst="rect">
            <a:avLst/>
          </a:prstGeom>
        </p:spPr>
      </p:pic>
      <p:sp>
        <p:nvSpPr>
          <p:cNvPr id="7" name="Cloud 6"/>
          <p:cNvSpPr/>
          <p:nvPr/>
        </p:nvSpPr>
        <p:spPr>
          <a:xfrm>
            <a:off x="3102428" y="3820885"/>
            <a:ext cx="2242459" cy="66947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Help ! Help !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Cloud 7"/>
          <p:cNvSpPr/>
          <p:nvPr/>
        </p:nvSpPr>
        <p:spPr>
          <a:xfrm>
            <a:off x="8074818" y="2756415"/>
            <a:ext cx="2726196" cy="1249136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Stay away from my daughter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14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50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22</cp:revision>
  <dcterms:created xsi:type="dcterms:W3CDTF">2025-11-18T19:25:07Z</dcterms:created>
  <dcterms:modified xsi:type="dcterms:W3CDTF">2025-11-18T21:21:59Z</dcterms:modified>
</cp:coreProperties>
</file>